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PHOENIX SOLUTIONS · EXECUTIVE 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30 - 60 - 90 Day Business Growth Plan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0E8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Streamlined Phase-by-Phase Execution Blueprint for Market Expansion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389120"/>
            <a:ext cx="10058400" cy="1645920"/>
          </a:xfrm>
          <a:prstGeom prst="roundRect">
            <a:avLst>
              <a:gd name="adj" fmla="val 5556"/>
            </a:avLst>
          </a:prstGeom>
          <a:solidFill>
            <a:srgbClr val="034078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572000"/>
            <a:ext cx="9509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B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EXECUTIVE LEADERSHIP &amp; RESPONSIBILITY SPLIT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4937760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Praveen G. Menon — Founder &amp; Managing Partner (IT Strategy, SaaS Architecture &amp; B2B Content Systems)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Vishnudas Menon — Co-Founder &amp; Director of Operations (Business Operations, Strategic Alliances &amp; CX)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Phoenix Solutions · Executive Execution Blueprint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EXECUTIVE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4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6-Phase Execution Framework (2 Phases / Month)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F4F9FE"/>
          </a:solidFill>
          <a:ln w="25400">
            <a:solidFill>
              <a:srgbClr val="0340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03407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1 (Days 1–30)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FOUNDATION &amp; LAUNCH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HALF OF MONTH: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Phase 1 (Days 1–15): Digital Asset &amp; Target List Setup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SECOND HALF OF MONTH: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Phase 2 (Days 16–30): Warm Direct Outreach &amp; First Content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F4F9FE"/>
          </a:solidFill>
          <a:ln w="25400">
            <a:solidFill>
              <a:srgbClr val="0077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64592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0077B6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2 (Days 31–60)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PARTNERSHIPS &amp; AUDITS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HALF OF MONTH: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Phase 3 (Days 31–45): Alliance Outreach &amp; Weekly Publishing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SECOND HALF OF MONTH: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Phase 4 (Days 46–60): Discovery Calls &amp; RFP Proposals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F4F9FE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64592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3 (Days 61–90)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CONVERSION &amp; RETAINERS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265176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HALF OF MONTH: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Phase 5 (Days 61–75): Closing First Clients &amp; Delivery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SECOND HALF OF MONTH: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Phase 6 (Days 76–90): Recurring Retainers &amp; Testimonials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Phoenix Solutions · Executive Execution Blueprint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1 · DAYS 1 TO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4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Foundation &amp; Digital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E"/>
          </a:solidFill>
          <a:ln w="19050">
            <a:solidFill>
              <a:srgbClr val="0340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40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PRAVEEN G. MENON — TECH &amp; CONTENT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Digital Asset Audit: Verify live domain (phoenixsolutions.co), SSL security, contact form routing, and email endpoints (pgmenon@live.com).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Core Service Collateral: Finalize executive 1-pager PDFs detailing the 3 practice suites (IT Strategy, Business Dev, B2B Content).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LinkedIn Profile Alignment: Update headline and bio to reflect Founder &amp; Managing Partner, Enterprise IT &amp; Content Systems Advisory.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E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VISHNUDAS MENON — OPERATIONS &amp; CX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Target Prospect Database: Compile a initial curated target list of 50 enterprise decision-makers (CTOs, Founders, Directors of BizDev).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CRM Lead Tracking Setup: Configure internal lead pipeline to track inbound queries, discovery call schedules, and deal stages.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LinkedIn Profile Alignment: Update headline and bio to reflect Co-Founder &amp; Director of Operations, Client Engagement &amp; BizDev.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Phoenix Solutions · Executive Execution Blueprint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1 · DAYS 16 TO 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4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Warm Direct Outreach &amp; Initial Positioning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E"/>
          </a:solidFill>
          <a:ln w="19050">
            <a:solidFill>
              <a:srgbClr val="0340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40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PRAVEEN G. MENON — TECH &amp; CONTENT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First Thought Leadership Launch: Publish 2 high-impact technical articles/carousels on LinkedIn covering Modular Cloud ERP Schemas.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Warm Network Introduction: Send direct personalized executive briefs to 20 warm senior tech contacts in Praveen’s network.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Initial Discovery Calls: Conduct 20-minute technical discovery calls with incoming warm inquiries to identify system friction.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E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VISHNUDAS MENON — OPERATIONS &amp; CX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Warm Outreach Campaign: Reach out directly to 25 warm business contacts in Vishnu’s network via phone/message to introduce Phoenix Solutions.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48-Hour Follow-Up Cadence: Execute structured follow-up calls with all Phase 1 prospects to lock in discovery calls.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Discovery Call Scheduling: Manage pre-call discovery questionnaires and send executive calendar invites for booked sessions.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Phoenix Solutions · Executive Execution Blueprint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2 · DAYS 31 TO 45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4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Partnership Engines &amp; Weekly Publishing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E"/>
          </a:solidFill>
          <a:ln w="19050">
            <a:solidFill>
              <a:srgbClr val="0340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40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PRAVEEN G. MENON — TECH &amp; CONTENT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Weekly LinkedIn Cadence: Publish 1 technical breakdown per week covering AI Workflow Automation and Generative Engine Optimization (GEO).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Diagnostic Audit Templates: Finalize standardized technical audit checklists for IT strategy and custom SaaS database reviews.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Joint Proposal Frameworks: Draft flexible proposal templates for co-selling partners and strategic joint ventures.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E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VISHNUDAS MENON — OPERATIONS &amp; CX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Alliance Partner Outreach: Initiate discussions with 15 non-competing technology providers and advisory firms for co-selling alliances.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Target Account Outreach: Begin targeted professional outreach to 15 new cold accounts from the primary target list.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SLA &amp; Response Governance: Monitor lead response times, ensuring all incoming inquiries receive an executive response within 12 hours.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Phoenix Solutions · Executive Execution Blueprint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2 · DAYS 46 TO 60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4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4: Discovery Audits &amp; Client Pitching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E"/>
          </a:solidFill>
          <a:ln w="19050">
            <a:solidFill>
              <a:srgbClr val="0340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40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PRAVEEN G. MENON — TECH &amp; CONTENT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Lead Technical Discovery: Conduct in-depth technical audit calls for qualified prospects, mapping legacy bottlenecks.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Deliver Roadmap Findings: Present custom IT strategy and modular ERP architecture roadmap presentations to prospective clients.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RFP &amp; Proposal Engineering: Tailor comprehensive commercial proposals detailing implementation scope, timelines, and deliverables.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E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VISHNUDAS MENON — OPERATIONS &amp; CX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Commercial Discovery Calls: Lead commercial and business operations discovery discussions alongside Praveen.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Proposal Follow-Up &amp; Negotiation: Deliver commercial proposals, address operational questions, and finalize deal terms.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Co-Selling Charters: Formalize initial co-selling alliance charters with responsive technology and channel partners.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Phoenix Solutions · Executive Execution Blueprint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3 · DAYS 61 TO 75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4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5: Commercial Conversions &amp; Project Onboarding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E"/>
          </a:solidFill>
          <a:ln w="19050">
            <a:solidFill>
              <a:srgbClr val="0340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40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PRAVEEN G. MENON — TECH &amp; CONTENT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Project Kick-Off Execution: Initiate Stage 1 Discovery Audits or Stage 2 SaaS/ERP builds for newly signed client accounts.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Database &amp; API Build: Begin database schema design, workflow automation setup, or content mapping per contract scope.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Weekly Technical Reporting: Provide clear, structured weekly technical progress updates to active client stakeholders.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E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VISHNUDAS MENON — OPERATIONS &amp; CX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Contracting &amp; Invoicing: Execute formal client consulting agreements, issue deposit invoices, and manage payment terms.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Client Onboarding: Lead smooth client onboarding sessions, establishing communication channels and delivery expectations.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CX Quality Governance: Conduct bi-weekly check-in calls with active clients to ensure 100% operational satisfaction.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Phoenix Solutions · Executive Execution Blueprint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3 · DAYS 76 TO 90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4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6: Retainer Conversion &amp; Systemized Scale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E"/>
          </a:solidFill>
          <a:ln w="19050">
            <a:solidFill>
              <a:srgbClr val="0340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40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PRAVEEN G. MENON — TECH &amp; CONTENT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Project Cutover &amp; Delivery: Complete initial implementation engagements and present final executive outcome reports.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Retainer Proposals: Present monthly advisory retainer options to completed project clients for ongoing optimization.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Real-World Case Study: Author and publish 1 detailed client transformation case study based on completed Month 2/3 work.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E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VISHNUDAS MENON — OPERATIONS &amp; CX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Recurring Retainer Closing: Finalize ongoing monthly advisory retainers with satisfied project clients.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Testimonials &amp; Referrals: Request written executive testimonials from clients and secure 2 warm peer referrals.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424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90-Day Performance Review: Review 90-day revenue targets, refine prospect database, and set Month 4–6 growth targets.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Phoenix Solutions · Executive Execution Blueprint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ACCOUNTABILITY &amp; TARGETS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4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90-Day Executive Key Performance Indicators (KPIs)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389120"/>
        </p:xfrm>
        <a:graphic>
          <a:graphicData uri="http://schemas.openxmlformats.org/drawingml/2006/table">
            <a:tbl>
              <a:tblPr/>
              <a:tblGrid>
                <a:gridCol w="3200400"/>
                <a:gridCol w="2651760"/>
                <a:gridCol w="2651760"/>
                <a:gridCol w="2587752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Key Performance Metric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0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Praveen (Tech &amp; Content)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0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Vishnu (Operations &amp; CX)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0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Combined 90-Day Target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07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LinkedIn Authority Touchpoints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8 Technical Posts / Articles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 Profile / Update Posts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12 Authority Touchpoints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Direct Outreach Connections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20 Warm Tech Intros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50 Direct Prospect Contacts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70 Direct Connections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Qualified Discovery Audits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 Technical Audits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 Commercial Audits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 Booked Audits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Strategic Alliances Formed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 Co-Selling Technical Frameworks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 Alliance Charters Executed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 Active Partnerships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Closed Client Accounts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 IT Strategy / SaaS Builds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 GTM / Advisory Retainer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 – 3 Closed Client Contracts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Phoenix Solutions · Executive Execution Blueprint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Phoenix Solutions Strategic Evolution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Phoenix Solutions — 30-60-90 Day Business Growth Plan</dc:title>
  <dc:subject>PptxGenJS Presentation</dc:subject>
  <dc:creator>Phoenix Solutions</dc:creator>
  <cp:lastModifiedBy>Phoenix Solutions</cp:lastModifiedBy>
  <cp:revision>1</cp:revision>
  <dcterms:created xsi:type="dcterms:W3CDTF">2026-10-04T12:40:07Z</dcterms:created>
  <dcterms:modified xsi:type="dcterms:W3CDTF">2026-10-04T12:40:07Z</dcterms:modified>
</cp:coreProperties>
</file>